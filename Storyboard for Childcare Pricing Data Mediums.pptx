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D228-E309-8629-9674-579AC163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023DA-B4EB-8B1D-4956-BBC8CB077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B86AA-D8D5-0D6F-49FB-C3A54278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1EEB-8EB5-ABCF-9695-8F51A633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4F815-00E3-51B7-D5F9-108FA48A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3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B2CE-72E2-993F-C629-706C96FE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D6D28-338E-A033-82B7-C04D327D2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5F6B-8908-B8D7-3FEA-AC247A70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F785D-AAFE-44D2-A3AE-F3CD4B05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8A0D-092C-5B94-A4D9-6399C619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0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0A6F-AE7D-A5B3-4023-2982C10DC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3BAFE-24C2-9067-CC21-B185110FB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3378F-8931-6952-8745-F5DC0785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1D8DE-F9B3-3401-7E47-B3DEECFD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F20A-DE28-272E-A417-D172DC10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4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F101-7BDC-9168-40EB-7377C859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DE8F7-77D7-C428-4C95-C34F3F8FB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804D-B0BC-BE1F-5F36-0ED27A28E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C2D2F-E426-9358-1903-39B41C2D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3DD56-472A-4DD5-FBEC-9E6B6B62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722C-4273-C6ED-86F3-C9B9A9BF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9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0A46-F1E0-D641-DAAB-1990D230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EC974-FA41-5C2B-6744-8E633AD1D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2CBA0-E977-6AD8-9E40-98A0C5B81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88559-6CE4-A3A1-3CBA-35807C516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EC116-6693-7E66-AC50-92C43F0FF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F6FB1-1938-4F17-DC26-A712F0943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B3983-0132-AFE0-0777-6E9539ED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6EA87-39BB-AC68-44A5-842992F1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9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DF6D-90C2-4CD3-33EC-C19E1188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0DC3A-62BD-1A13-8DD1-C494C838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D1D20-BF79-A88A-2261-83DE858D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CAE59-C821-33AE-29D3-09A85064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4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C986E-F018-0E36-16AE-A941456B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48D83-FCE6-9800-938D-535E9722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F5AD4-494E-2C2F-039F-CEBF7D20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3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0D7E8-5D91-0827-C61F-A0B4CE21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F42E-7B03-936E-4BD0-E5ABC020F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9653F-66F0-1C8A-35EE-C7675C33B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A83A1-7B5F-5484-AFB0-2B55CA3E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E2587-BEF4-23CF-AFF5-835E4815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38D90-FF2D-2E62-6FBB-DE7FB1A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1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7206-CD5F-04E3-6EE0-C0812137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2BD0C-08E4-1314-F325-1097734D6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D96D-620B-61DD-E796-A6971DA3E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77530-5A6A-A84F-7A3A-946323BD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6F68C-6A4B-DD32-EF9D-FD0F369A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7D5DB-CED0-49AC-3A6B-C6FC54D1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5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009FC-A9F3-49CE-D3D0-91386A94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2E961-360E-163A-196A-8F5EC8310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FE8C-25A5-2B3F-09EE-299BAE3D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43B59-2CF5-9597-5FD1-4B8E1A1A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AB76-A044-6E71-D5C0-57A45BDB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F79E69-20F2-C0CB-5451-5B1B1B71E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F0BEE-F191-AD59-0C3F-891E399BE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B68E8-B7A0-1DDA-B23B-CC346063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8F5B-E204-46B0-5FE0-D651B514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84671-5D8D-DFC8-8CCD-55616069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F24AA-79C8-8F08-C99F-C6FAA780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77663-A066-5C64-19D2-C5A8AE153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DCA6-B537-E200-33EF-72B94A261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26930-AE32-4E2C-9054-75123ADA82ED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C2963-5594-A435-0489-D966186BC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71B3D-3F54-7304-3F5F-525CBA753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5304F-822D-4463-8200-EFEB553B5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2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ildcareequity.go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4535-AA3A-8E36-CFB5-B94DB9EAD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Storyboard for Childcare Pricing Data Mediums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01FA9-0DC0-96D7-9D54-56B9F43A0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Staci McDuffie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 640: Data Presentation &amp; Visualization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13, 2025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Schneider</a:t>
            </a:r>
          </a:p>
        </p:txBody>
      </p:sp>
    </p:spTree>
    <p:extLst>
      <p:ext uri="{BB962C8B-B14F-4D97-AF65-F5344CB8AC3E}">
        <p14:creationId xmlns:p14="http://schemas.microsoft.com/office/powerpoint/2010/main" val="1138518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A40B-6BF0-870C-27DA-82D3C5FA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1: Interactive Dashboard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Charts: Average childcare cost by year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E3C43-EAEC-E8CE-8888-239BBF496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4" y="2057165"/>
            <a:ext cx="3715224" cy="2743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B1D601-E24A-8D2A-2677-AF7A4505B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558" y="2057165"/>
            <a:ext cx="3885294" cy="288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F9850F-EC1D-AB28-3060-2886CB0F1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852" y="2057165"/>
            <a:ext cx="4214840" cy="304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4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2296-B4FE-685D-1DBE-6E4D3394B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Comparison of Adams County in different states for infants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261C9-5D46-45CF-D24C-8E0ADB35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1657102"/>
            <a:ext cx="880232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4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D832-E0C2-951B-032E-107282CD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Choropleth Map: U.S. county-level pricing differences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D5F0E-CD69-FA72-C856-2E786322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39" y="1216467"/>
            <a:ext cx="10257461" cy="551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0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373F-4A88-B3FA-1ECF-213CEFE8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2: Static Infographic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6D85D3-4B71-0B9A-72EA-1CC1D887E4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8C40C5-7042-9592-0FD5-299DBBFAC7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3726E-44FD-4C54-DED5-C4CE704D4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181600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90F689-B1C6-28C4-19AB-758B6532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1825624"/>
            <a:ext cx="52915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DEDE-5433-A6BC-B541-CF24D636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Infographic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0EC111-F8EE-12CE-0624-BEFAF29422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383173"/>
            <a:ext cx="5181600" cy="435133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3DB269-3CA2-853E-CC80-C8574C7F2C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383173"/>
            <a:ext cx="5181600" cy="435133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2CF141-5333-DBDC-4A08-F6D8180DA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033" y="5835558"/>
            <a:ext cx="5439534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6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3F2A-B35F-CC84-7C37-9AD91172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Brief: The Rising Cost of Childcare in America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Elected Officials | State Agency Leaders | Education Policy Directors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F81598-824B-ADE5-861D-79C0E14A37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2"/>
            <a:ext cx="1140555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Visual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Childcare costs in the U.S. have steadily risen, outpacing wage growth in many regions. The lack of affordable care options creates a burden for working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families, disproportionately affecting women,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low-income households, and rural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1: National Trend in Median Weekly Childcare Costs (2008–2021)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 Child Care (Preschool-Age Children)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line chart would appear here, showing a steady increase from ~$120/week in 2008 to ~$180/week in 2021, with sharper growth post-2016.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2: Geographic Cost Inequities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Choropleth Map – U.S. County-Level Preschool Childcare Costs (2021)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Darker regions show higher median costs (&gt;$200/week) in coastal and metro areas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Lighter regions reflect lower costs (&lt;$100/week) in parts of the Midwest and rural South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85% of U.S. counties saw increases in childcare costs between 2008 and 2021.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counties face median preschool costs upwards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$230/week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some rural counties report below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$90/week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Low-income households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often spend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20% or more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their income on childcare.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 shortages are most pronounced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infant care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 areas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Counties with high childcare costs tend to have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availability of licensed providers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476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6BBF-62DC-B8E4-F528-EF29B056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Brief: The Rising Cost of Childcare in America Cont.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6587-FB73-80E9-A058-EC6D7CB7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16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&amp; Recommendations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  <a:p>
            <a:pPr lvl="1"/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Participation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Rising childcare costs force families—especially mothers—to reduce hours or leave the workforce.</a:t>
            </a:r>
          </a:p>
          <a:p>
            <a:pPr lvl="1"/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Gaps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Inconsistent care access delays early learning, disproportionately impacting low-income and minority children.</a:t>
            </a:r>
          </a:p>
          <a:p>
            <a:pPr lvl="1"/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Recovery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childcare industry is foundational for a functioning economy post-pandemic.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Recommendations</a:t>
            </a:r>
          </a:p>
          <a:p>
            <a:pPr lvl="1"/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Subsidy Programs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funding and eligibility for Child Care and Development Fund (CCDF).</a:t>
            </a: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subsidies toward infant care and underserved ZIP codes.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Incentivize Provider Expansion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tax credits and grants for new providers in childcare deserts.</a:t>
            </a: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rural and family-based providers with infrastructure and licensing support.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Data Transparency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Mandate annual reporting of local childcare costs and availability.</a:t>
            </a: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accessible dashboards for policymakers and parents.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Public-Private Partnerships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employer-supported childcare programs.</a:t>
            </a: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school districts and libraries for preschool site expansion.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Equity in Access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services in marginalized communities.</a:t>
            </a:r>
          </a:p>
          <a:p>
            <a:pPr lvl="1"/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cultural and language barriers in provider networks</a:t>
            </a:r>
          </a:p>
          <a:p>
            <a:pPr lvl="1"/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ChildcareEquity.gov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childcare-policy@us.gov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with data from the U.S. National Database of Childcare Prices (2019–2023)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89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542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Storyboard for Childcare Pricing Data Mediums</vt:lpstr>
      <vt:lpstr>Medium 1: Interactive Dashboard (PowerBI)  Line Charts: Average childcare cost by year</vt:lpstr>
      <vt:lpstr>Bar Chart: Comparison of Adams County in different states for infants</vt:lpstr>
      <vt:lpstr>Interactive Choropleth Map: U.S. county-level pricing differences</vt:lpstr>
      <vt:lpstr>Medium 2: Static Infographic</vt:lpstr>
      <vt:lpstr>Static Infographic</vt:lpstr>
      <vt:lpstr>Policy Brief: The Rising Cost of Childcare in America  Audience: Elected Officials | State Agency Leaders | Education Policy Directors</vt:lpstr>
      <vt:lpstr>Policy Brief: The Rising Cost of Childcare in America 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Staci Holmes</dc:creator>
  <cp:lastModifiedBy>Staci Holmes</cp:lastModifiedBy>
  <cp:revision>1</cp:revision>
  <dcterms:created xsi:type="dcterms:W3CDTF">2025-07-13T01:14:20Z</dcterms:created>
  <dcterms:modified xsi:type="dcterms:W3CDTF">2025-07-14T01:50:34Z</dcterms:modified>
</cp:coreProperties>
</file>